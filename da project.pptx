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0287000" cy="18288000"/>
  <p:notesSz cx="6858000" cy="9144000"/>
  <p:embeddedFontLst>
    <p:embeddedFont>
      <p:font typeface="Etna Sans Serif" charset="1" panose="020006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7FF5E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97E3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410" y="4741910"/>
            <a:ext cx="8804181" cy="88041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0705" y="4097625"/>
            <a:ext cx="9545590" cy="9448465"/>
          </a:xfrm>
          <a:custGeom>
            <a:avLst/>
            <a:gdLst/>
            <a:ahLst/>
            <a:cxnLst/>
            <a:rect r="r" b="b" t="t" l="l"/>
            <a:pathLst>
              <a:path h="9448465" w="9545590">
                <a:moveTo>
                  <a:pt x="0" y="0"/>
                </a:moveTo>
                <a:lnTo>
                  <a:pt x="9545590" y="0"/>
                </a:lnTo>
                <a:lnTo>
                  <a:pt x="9545590" y="9448465"/>
                </a:lnTo>
                <a:lnTo>
                  <a:pt x="0" y="9448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291" t="0" r="-40175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7FF5E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97E3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99125"/>
            <a:ext cx="10287000" cy="4321230"/>
            <a:chOff x="0" y="0"/>
            <a:chExt cx="2709333" cy="1138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1138102"/>
            </a:xfrm>
            <a:custGeom>
              <a:avLst/>
              <a:gdLst/>
              <a:ahLst/>
              <a:cxnLst/>
              <a:rect r="r" b="b" t="t" l="l"/>
              <a:pathLst>
                <a:path h="1138102" w="2709333">
                  <a:moveTo>
                    <a:pt x="45908" y="0"/>
                  </a:moveTo>
                  <a:lnTo>
                    <a:pt x="2663425" y="0"/>
                  </a:lnTo>
                  <a:cubicBezTo>
                    <a:pt x="2675601" y="0"/>
                    <a:pt x="2687278" y="4837"/>
                    <a:pt x="2695887" y="13446"/>
                  </a:cubicBezTo>
                  <a:cubicBezTo>
                    <a:pt x="2704497" y="22056"/>
                    <a:pt x="2709333" y="33733"/>
                    <a:pt x="2709333" y="45908"/>
                  </a:cubicBezTo>
                  <a:lnTo>
                    <a:pt x="2709333" y="1092194"/>
                  </a:lnTo>
                  <a:cubicBezTo>
                    <a:pt x="2709333" y="1104369"/>
                    <a:pt x="2704497" y="1116046"/>
                    <a:pt x="2695887" y="1124656"/>
                  </a:cubicBezTo>
                  <a:cubicBezTo>
                    <a:pt x="2687278" y="1133265"/>
                    <a:pt x="2675601" y="1138102"/>
                    <a:pt x="2663425" y="1138102"/>
                  </a:cubicBezTo>
                  <a:lnTo>
                    <a:pt x="45908" y="1138102"/>
                  </a:lnTo>
                  <a:cubicBezTo>
                    <a:pt x="33733" y="1138102"/>
                    <a:pt x="22056" y="1133265"/>
                    <a:pt x="13446" y="1124656"/>
                  </a:cubicBezTo>
                  <a:cubicBezTo>
                    <a:pt x="4837" y="1116046"/>
                    <a:pt x="0" y="1104369"/>
                    <a:pt x="0" y="1092194"/>
                  </a:cubicBezTo>
                  <a:lnTo>
                    <a:pt x="0" y="45908"/>
                  </a:lnTo>
                  <a:cubicBezTo>
                    <a:pt x="0" y="33733"/>
                    <a:pt x="4837" y="22056"/>
                    <a:pt x="13446" y="13446"/>
                  </a:cubicBezTo>
                  <a:cubicBezTo>
                    <a:pt x="22056" y="4837"/>
                    <a:pt x="33733" y="0"/>
                    <a:pt x="45908" y="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176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33753"/>
            <a:ext cx="10287000" cy="3609389"/>
            <a:chOff x="0" y="0"/>
            <a:chExt cx="2709333" cy="9506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3" cy="950621"/>
            </a:xfrm>
            <a:custGeom>
              <a:avLst/>
              <a:gdLst/>
              <a:ahLst/>
              <a:cxnLst/>
              <a:rect r="r" b="b" t="t" l="l"/>
              <a:pathLst>
                <a:path h="950621" w="2709333">
                  <a:moveTo>
                    <a:pt x="45156" y="0"/>
                  </a:moveTo>
                  <a:lnTo>
                    <a:pt x="2664178" y="0"/>
                  </a:lnTo>
                  <a:cubicBezTo>
                    <a:pt x="2689116" y="0"/>
                    <a:pt x="2709333" y="20217"/>
                    <a:pt x="2709333" y="45156"/>
                  </a:cubicBezTo>
                  <a:lnTo>
                    <a:pt x="2709333" y="905465"/>
                  </a:lnTo>
                  <a:cubicBezTo>
                    <a:pt x="2709333" y="930404"/>
                    <a:pt x="2689116" y="950621"/>
                    <a:pt x="2664178" y="950621"/>
                  </a:cubicBezTo>
                  <a:lnTo>
                    <a:pt x="45156" y="950621"/>
                  </a:lnTo>
                  <a:cubicBezTo>
                    <a:pt x="20217" y="950621"/>
                    <a:pt x="0" y="930404"/>
                    <a:pt x="0" y="905465"/>
                  </a:cubicBezTo>
                  <a:lnTo>
                    <a:pt x="0" y="45156"/>
                  </a:lnTo>
                  <a:cubicBezTo>
                    <a:pt x="0" y="20217"/>
                    <a:pt x="20217" y="0"/>
                    <a:pt x="45156" y="0"/>
                  </a:cubicBezTo>
                  <a:close/>
                </a:path>
              </a:pathLst>
            </a:custGeom>
            <a:solidFill>
              <a:srgbClr val="F4C9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3" cy="988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248320" y="1938204"/>
            <a:ext cx="3790360" cy="3751794"/>
          </a:xfrm>
          <a:custGeom>
            <a:avLst/>
            <a:gdLst/>
            <a:ahLst/>
            <a:cxnLst/>
            <a:rect r="r" b="b" t="t" l="l"/>
            <a:pathLst>
              <a:path h="3751794" w="3790360">
                <a:moveTo>
                  <a:pt x="0" y="0"/>
                </a:moveTo>
                <a:lnTo>
                  <a:pt x="3790360" y="0"/>
                </a:lnTo>
                <a:lnTo>
                  <a:pt x="3790360" y="3751794"/>
                </a:lnTo>
                <a:lnTo>
                  <a:pt x="0" y="3751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291" t="0" r="-4017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5065775"/>
            <a:ext cx="10287000" cy="11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7"/>
              </a:lnSpc>
              <a:spcBef>
                <a:spcPct val="0"/>
              </a:spcBef>
            </a:pPr>
            <a:r>
              <a:rPr lang="en-US" sz="65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Our Impacts + Goals: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4350" y="-19292"/>
            <a:ext cx="9258300" cy="240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0"/>
              </a:lnSpc>
              <a:spcBef>
                <a:spcPct val="0"/>
              </a:spcBef>
            </a:pPr>
            <a:r>
              <a:rPr lang="en-US" sz="690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Welcome to BrightPath Futures!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6447571"/>
            <a:ext cx="10287000" cy="378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31111" indent="-465555" lvl="1">
              <a:lnSpc>
                <a:spcPts val="6037"/>
              </a:lnSpc>
              <a:buFont typeface="Arial"/>
              <a:buChar char="•"/>
            </a:pPr>
            <a:r>
              <a:rPr lang="en-US" sz="43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12,500+  Lives Impacted</a:t>
            </a:r>
          </a:p>
          <a:p>
            <a:pPr algn="ctr" marL="931111" indent="-465555" lvl="1">
              <a:lnSpc>
                <a:spcPts val="6037"/>
              </a:lnSpc>
              <a:buFont typeface="Arial"/>
              <a:buChar char="•"/>
            </a:pPr>
            <a:r>
              <a:rPr lang="en-US" sz="43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$150,000 — Total Raised to Date</a:t>
            </a:r>
          </a:p>
          <a:p>
            <a:pPr algn="ctr" marL="931111" indent="-465555" lvl="1">
              <a:lnSpc>
                <a:spcPts val="6037"/>
              </a:lnSpc>
              <a:buFont typeface="Arial"/>
              <a:buChar char="•"/>
            </a:pPr>
            <a:r>
              <a:rPr lang="en-US" sz="43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85% — Goal Reached for 2026 Initiative</a:t>
            </a:r>
          </a:p>
          <a:p>
            <a:pPr algn="ctr" marL="931111" indent="-465555" lvl="1">
              <a:lnSpc>
                <a:spcPts val="6037"/>
              </a:lnSpc>
              <a:buFont typeface="Arial"/>
              <a:buChar char="•"/>
            </a:pPr>
            <a:r>
              <a:rPr lang="en-US" sz="43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24 — Active Community Projects</a:t>
            </a:r>
          </a:p>
          <a:p>
            <a:pPr algn="ctr">
              <a:lnSpc>
                <a:spcPts val="603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0100403"/>
            <a:ext cx="10287000" cy="11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7"/>
              </a:lnSpc>
              <a:spcBef>
                <a:spcPct val="0"/>
              </a:spcBef>
            </a:pPr>
            <a:r>
              <a:rPr lang="en-US" sz="65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Our Next Steps: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10990329"/>
            <a:ext cx="10287000" cy="454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</a:p>
          <a:p>
            <a:pPr algn="ctr" marL="931111" indent="-465555" lvl="1">
              <a:lnSpc>
                <a:spcPts val="6037"/>
              </a:lnSpc>
              <a:buFont typeface="Arial"/>
              <a:buChar char="•"/>
            </a:pPr>
            <a:r>
              <a:rPr lang="en-US" sz="43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Expand Clean Energy Access.</a:t>
            </a:r>
          </a:p>
          <a:p>
            <a:pPr algn="ctr" marL="931111" indent="-465555" lvl="1">
              <a:lnSpc>
                <a:spcPts val="6037"/>
              </a:lnSpc>
              <a:buFont typeface="Arial"/>
              <a:buChar char="•"/>
            </a:pPr>
            <a:r>
              <a:rPr lang="en-US" sz="43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Educational Empowerment</a:t>
            </a:r>
          </a:p>
          <a:p>
            <a:pPr algn="ctr">
              <a:lnSpc>
                <a:spcPts val="6037"/>
              </a:lnSpc>
            </a:pPr>
          </a:p>
          <a:p>
            <a:pPr algn="ctr">
              <a:lnSpc>
                <a:spcPts val="6037"/>
              </a:lnSpc>
            </a:pPr>
          </a:p>
          <a:p>
            <a:pPr algn="ctr">
              <a:lnSpc>
                <a:spcPts val="6037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14350" y="14557517"/>
            <a:ext cx="9258300" cy="1465291"/>
            <a:chOff x="0" y="0"/>
            <a:chExt cx="2438400" cy="38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" cy="385920"/>
            </a:xfrm>
            <a:custGeom>
              <a:avLst/>
              <a:gdLst/>
              <a:ahLst/>
              <a:cxnLst/>
              <a:rect r="r" b="b" t="t" l="l"/>
              <a:pathLst>
                <a:path h="385920" w="2438400">
                  <a:moveTo>
                    <a:pt x="65225" y="0"/>
                  </a:moveTo>
                  <a:lnTo>
                    <a:pt x="2373175" y="0"/>
                  </a:lnTo>
                  <a:cubicBezTo>
                    <a:pt x="2409198" y="0"/>
                    <a:pt x="2438400" y="29202"/>
                    <a:pt x="2438400" y="65225"/>
                  </a:cubicBezTo>
                  <a:lnTo>
                    <a:pt x="2438400" y="320696"/>
                  </a:lnTo>
                  <a:cubicBezTo>
                    <a:pt x="2438400" y="356718"/>
                    <a:pt x="2409198" y="385920"/>
                    <a:pt x="2373175" y="385920"/>
                  </a:cubicBezTo>
                  <a:lnTo>
                    <a:pt x="65225" y="385920"/>
                  </a:lnTo>
                  <a:cubicBezTo>
                    <a:pt x="29202" y="385920"/>
                    <a:pt x="0" y="356718"/>
                    <a:pt x="0" y="320696"/>
                  </a:cubicBezTo>
                  <a:lnTo>
                    <a:pt x="0" y="65225"/>
                  </a:lnTo>
                  <a:cubicBezTo>
                    <a:pt x="0" y="29202"/>
                    <a:pt x="29202" y="0"/>
                    <a:pt x="65225" y="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438400" cy="481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View Our Detailed Report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4350" y="16375233"/>
            <a:ext cx="9258300" cy="1465291"/>
            <a:chOff x="0" y="0"/>
            <a:chExt cx="2438400" cy="38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385920"/>
            </a:xfrm>
            <a:custGeom>
              <a:avLst/>
              <a:gdLst/>
              <a:ahLst/>
              <a:cxnLst/>
              <a:rect r="r" b="b" t="t" l="l"/>
              <a:pathLst>
                <a:path h="385920" w="2438400">
                  <a:moveTo>
                    <a:pt x="65225" y="0"/>
                  </a:moveTo>
                  <a:lnTo>
                    <a:pt x="2373175" y="0"/>
                  </a:lnTo>
                  <a:cubicBezTo>
                    <a:pt x="2409198" y="0"/>
                    <a:pt x="2438400" y="29202"/>
                    <a:pt x="2438400" y="65225"/>
                  </a:cubicBezTo>
                  <a:lnTo>
                    <a:pt x="2438400" y="320696"/>
                  </a:lnTo>
                  <a:cubicBezTo>
                    <a:pt x="2438400" y="356718"/>
                    <a:pt x="2409198" y="385920"/>
                    <a:pt x="2373175" y="385920"/>
                  </a:cubicBezTo>
                  <a:lnTo>
                    <a:pt x="65225" y="385920"/>
                  </a:lnTo>
                  <a:cubicBezTo>
                    <a:pt x="29202" y="385920"/>
                    <a:pt x="0" y="356718"/>
                    <a:pt x="0" y="320696"/>
                  </a:cubicBezTo>
                  <a:lnTo>
                    <a:pt x="0" y="65225"/>
                  </a:lnTo>
                  <a:cubicBezTo>
                    <a:pt x="0" y="29202"/>
                    <a:pt x="29202" y="0"/>
                    <a:pt x="65225" y="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2438400" cy="481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999"/>
                </a:lnSpc>
              </a:pPr>
              <a:r>
                <a:rPr lang="en-US" sz="49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Donate towards our next event!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7FF5E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97E3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2696" y="4800898"/>
            <a:ext cx="9541608" cy="3900731"/>
            <a:chOff x="0" y="0"/>
            <a:chExt cx="2513016" cy="10273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3016" cy="1027353"/>
            </a:xfrm>
            <a:custGeom>
              <a:avLst/>
              <a:gdLst/>
              <a:ahLst/>
              <a:cxnLst/>
              <a:rect r="r" b="b" t="t" l="l"/>
              <a:pathLst>
                <a:path h="1027353" w="2513016">
                  <a:moveTo>
                    <a:pt x="26776" y="0"/>
                  </a:moveTo>
                  <a:lnTo>
                    <a:pt x="2486240" y="0"/>
                  </a:lnTo>
                  <a:cubicBezTo>
                    <a:pt x="2493342" y="0"/>
                    <a:pt x="2500152" y="2821"/>
                    <a:pt x="2505174" y="7842"/>
                  </a:cubicBezTo>
                  <a:cubicBezTo>
                    <a:pt x="2510195" y="12864"/>
                    <a:pt x="2513016" y="19674"/>
                    <a:pt x="2513016" y="26776"/>
                  </a:cubicBezTo>
                  <a:lnTo>
                    <a:pt x="2513016" y="1000577"/>
                  </a:lnTo>
                  <a:cubicBezTo>
                    <a:pt x="2513016" y="1007679"/>
                    <a:pt x="2510195" y="1014489"/>
                    <a:pt x="2505174" y="1019511"/>
                  </a:cubicBezTo>
                  <a:cubicBezTo>
                    <a:pt x="2500152" y="1024532"/>
                    <a:pt x="2493342" y="1027353"/>
                    <a:pt x="2486240" y="1027353"/>
                  </a:cubicBezTo>
                  <a:lnTo>
                    <a:pt x="26776" y="1027353"/>
                  </a:lnTo>
                  <a:cubicBezTo>
                    <a:pt x="11988" y="1027353"/>
                    <a:pt x="0" y="1015365"/>
                    <a:pt x="0" y="1000577"/>
                  </a:cubicBezTo>
                  <a:lnTo>
                    <a:pt x="0" y="26776"/>
                  </a:lnTo>
                  <a:cubicBezTo>
                    <a:pt x="0" y="11988"/>
                    <a:pt x="11988" y="0"/>
                    <a:pt x="2677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13016" cy="1065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2696" y="13678938"/>
            <a:ext cx="9541608" cy="4120059"/>
            <a:chOff x="0" y="0"/>
            <a:chExt cx="2513016" cy="10851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13016" cy="1085119"/>
            </a:xfrm>
            <a:custGeom>
              <a:avLst/>
              <a:gdLst/>
              <a:ahLst/>
              <a:cxnLst/>
              <a:rect r="r" b="b" t="t" l="l"/>
              <a:pathLst>
                <a:path h="1085119" w="2513016">
                  <a:moveTo>
                    <a:pt x="26776" y="0"/>
                  </a:moveTo>
                  <a:lnTo>
                    <a:pt x="2486240" y="0"/>
                  </a:lnTo>
                  <a:cubicBezTo>
                    <a:pt x="2493342" y="0"/>
                    <a:pt x="2500152" y="2821"/>
                    <a:pt x="2505174" y="7842"/>
                  </a:cubicBezTo>
                  <a:cubicBezTo>
                    <a:pt x="2510195" y="12864"/>
                    <a:pt x="2513016" y="19674"/>
                    <a:pt x="2513016" y="26776"/>
                  </a:cubicBezTo>
                  <a:lnTo>
                    <a:pt x="2513016" y="1058343"/>
                  </a:lnTo>
                  <a:cubicBezTo>
                    <a:pt x="2513016" y="1073131"/>
                    <a:pt x="2501028" y="1085119"/>
                    <a:pt x="2486240" y="1085119"/>
                  </a:cubicBezTo>
                  <a:lnTo>
                    <a:pt x="26776" y="1085119"/>
                  </a:lnTo>
                  <a:cubicBezTo>
                    <a:pt x="19674" y="1085119"/>
                    <a:pt x="12864" y="1082298"/>
                    <a:pt x="7842" y="1077276"/>
                  </a:cubicBezTo>
                  <a:cubicBezTo>
                    <a:pt x="2821" y="1072255"/>
                    <a:pt x="0" y="1065444"/>
                    <a:pt x="0" y="1058343"/>
                  </a:cubicBezTo>
                  <a:lnTo>
                    <a:pt x="0" y="26776"/>
                  </a:lnTo>
                  <a:cubicBezTo>
                    <a:pt x="0" y="11988"/>
                    <a:pt x="11988" y="0"/>
                    <a:pt x="2677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13016" cy="1123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2696" y="4658023"/>
            <a:ext cx="9541608" cy="137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3"/>
              </a:lnSpc>
            </a:pPr>
            <a:r>
              <a:rPr lang="en-US" sz="805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FREE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2696" y="9006428"/>
            <a:ext cx="9541608" cy="4120059"/>
            <a:chOff x="0" y="0"/>
            <a:chExt cx="2513016" cy="10851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13016" cy="1085119"/>
            </a:xfrm>
            <a:custGeom>
              <a:avLst/>
              <a:gdLst/>
              <a:ahLst/>
              <a:cxnLst/>
              <a:rect r="r" b="b" t="t" l="l"/>
              <a:pathLst>
                <a:path h="1085119" w="2513016">
                  <a:moveTo>
                    <a:pt x="26776" y="0"/>
                  </a:moveTo>
                  <a:lnTo>
                    <a:pt x="2486240" y="0"/>
                  </a:lnTo>
                  <a:cubicBezTo>
                    <a:pt x="2493342" y="0"/>
                    <a:pt x="2500152" y="2821"/>
                    <a:pt x="2505174" y="7842"/>
                  </a:cubicBezTo>
                  <a:cubicBezTo>
                    <a:pt x="2510195" y="12864"/>
                    <a:pt x="2513016" y="19674"/>
                    <a:pt x="2513016" y="26776"/>
                  </a:cubicBezTo>
                  <a:lnTo>
                    <a:pt x="2513016" y="1058343"/>
                  </a:lnTo>
                  <a:cubicBezTo>
                    <a:pt x="2513016" y="1073131"/>
                    <a:pt x="2501028" y="1085119"/>
                    <a:pt x="2486240" y="1085119"/>
                  </a:cubicBezTo>
                  <a:lnTo>
                    <a:pt x="26776" y="1085119"/>
                  </a:lnTo>
                  <a:cubicBezTo>
                    <a:pt x="19674" y="1085119"/>
                    <a:pt x="12864" y="1082298"/>
                    <a:pt x="7842" y="1077276"/>
                  </a:cubicBezTo>
                  <a:cubicBezTo>
                    <a:pt x="2821" y="1072255"/>
                    <a:pt x="0" y="1065444"/>
                    <a:pt x="0" y="1058343"/>
                  </a:cubicBezTo>
                  <a:lnTo>
                    <a:pt x="0" y="26776"/>
                  </a:lnTo>
                  <a:cubicBezTo>
                    <a:pt x="0" y="11988"/>
                    <a:pt x="11988" y="0"/>
                    <a:pt x="2677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13016" cy="1123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2696" y="8873078"/>
            <a:ext cx="9541608" cy="119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2696" y="13642598"/>
            <a:ext cx="9541608" cy="104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2"/>
              </a:lnSpc>
            </a:pPr>
            <a:r>
              <a:rPr lang="en-US" sz="610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PREMIUM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1056" y="5971039"/>
            <a:ext cx="482488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Not much just the basics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£0.00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7844" y="9976163"/>
            <a:ext cx="4687967" cy="29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Gives you access to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have contacts to your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events and access more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chances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£4.99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9849" y="14630610"/>
            <a:ext cx="8234362" cy="29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Able to host new events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makes you feel you own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your app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makes you ultra skibidi sigma levandwoski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£12.99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266982"/>
            <a:ext cx="8229600" cy="1523437"/>
            <a:chOff x="0" y="0"/>
            <a:chExt cx="2167467" cy="4012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7467" cy="401234"/>
            </a:xfrm>
            <a:custGeom>
              <a:avLst/>
              <a:gdLst/>
              <a:ahLst/>
              <a:cxnLst/>
              <a:rect r="r" b="b" t="t" l="l"/>
              <a:pathLst>
                <a:path h="401234" w="2167467">
                  <a:moveTo>
                    <a:pt x="94074" y="0"/>
                  </a:moveTo>
                  <a:lnTo>
                    <a:pt x="2073393" y="0"/>
                  </a:lnTo>
                  <a:cubicBezTo>
                    <a:pt x="2125348" y="0"/>
                    <a:pt x="2167467" y="42118"/>
                    <a:pt x="2167467" y="94074"/>
                  </a:cubicBezTo>
                  <a:lnTo>
                    <a:pt x="2167467" y="307160"/>
                  </a:lnTo>
                  <a:cubicBezTo>
                    <a:pt x="2167467" y="359116"/>
                    <a:pt x="2125348" y="401234"/>
                    <a:pt x="2073393" y="401234"/>
                  </a:cubicBezTo>
                  <a:lnTo>
                    <a:pt x="94074" y="401234"/>
                  </a:lnTo>
                  <a:cubicBezTo>
                    <a:pt x="42118" y="401234"/>
                    <a:pt x="0" y="359116"/>
                    <a:pt x="0" y="307160"/>
                  </a:cubicBezTo>
                  <a:lnTo>
                    <a:pt x="0" y="94074"/>
                  </a:lnTo>
                  <a:cubicBezTo>
                    <a:pt x="0" y="42118"/>
                    <a:pt x="42118" y="0"/>
                    <a:pt x="9407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2167467" cy="52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SUBSCRIPTIONS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821713" y="1845250"/>
            <a:ext cx="2930634" cy="2900815"/>
          </a:xfrm>
          <a:custGeom>
            <a:avLst/>
            <a:gdLst/>
            <a:ahLst/>
            <a:cxnLst/>
            <a:rect r="r" b="b" t="t" l="l"/>
            <a:pathLst>
              <a:path h="2900815" w="2930634">
                <a:moveTo>
                  <a:pt x="0" y="0"/>
                </a:moveTo>
                <a:lnTo>
                  <a:pt x="2930634" y="0"/>
                </a:lnTo>
                <a:lnTo>
                  <a:pt x="2930634" y="2900815"/>
                </a:lnTo>
                <a:lnTo>
                  <a:pt x="0" y="2900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291" t="0" r="-4017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7FF5E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97E3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90550"/>
            <a:ext cx="8229600" cy="1523437"/>
            <a:chOff x="0" y="0"/>
            <a:chExt cx="2167467" cy="401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7467" cy="401234"/>
            </a:xfrm>
            <a:custGeom>
              <a:avLst/>
              <a:gdLst/>
              <a:ahLst/>
              <a:cxnLst/>
              <a:rect r="r" b="b" t="t" l="l"/>
              <a:pathLst>
                <a:path h="401234" w="2167467">
                  <a:moveTo>
                    <a:pt x="94074" y="0"/>
                  </a:moveTo>
                  <a:lnTo>
                    <a:pt x="2073393" y="0"/>
                  </a:lnTo>
                  <a:cubicBezTo>
                    <a:pt x="2125348" y="0"/>
                    <a:pt x="2167467" y="42118"/>
                    <a:pt x="2167467" y="94074"/>
                  </a:cubicBezTo>
                  <a:lnTo>
                    <a:pt x="2167467" y="307160"/>
                  </a:lnTo>
                  <a:cubicBezTo>
                    <a:pt x="2167467" y="359116"/>
                    <a:pt x="2125348" y="401234"/>
                    <a:pt x="2073393" y="401234"/>
                  </a:cubicBezTo>
                  <a:lnTo>
                    <a:pt x="94074" y="401234"/>
                  </a:lnTo>
                  <a:cubicBezTo>
                    <a:pt x="42118" y="401234"/>
                    <a:pt x="0" y="359116"/>
                    <a:pt x="0" y="307160"/>
                  </a:cubicBezTo>
                  <a:lnTo>
                    <a:pt x="0" y="94074"/>
                  </a:lnTo>
                  <a:cubicBezTo>
                    <a:pt x="0" y="42118"/>
                    <a:pt x="42118" y="0"/>
                    <a:pt x="9407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67467" cy="52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EVENTS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5762" y="8393706"/>
            <a:ext cx="9555477" cy="4178308"/>
            <a:chOff x="0" y="0"/>
            <a:chExt cx="12740636" cy="557107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740636" cy="5571077"/>
              <a:chOff x="0" y="0"/>
              <a:chExt cx="2516669" cy="110046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16669" cy="1100460"/>
              </a:xfrm>
              <a:custGeom>
                <a:avLst/>
                <a:gdLst/>
                <a:ahLst/>
                <a:cxnLst/>
                <a:rect r="r" b="b" t="t" l="l"/>
                <a:pathLst>
                  <a:path h="1100460" w="2516669">
                    <a:moveTo>
                      <a:pt x="36459" y="0"/>
                    </a:moveTo>
                    <a:lnTo>
                      <a:pt x="2480209" y="0"/>
                    </a:lnTo>
                    <a:cubicBezTo>
                      <a:pt x="2489879" y="0"/>
                      <a:pt x="2499153" y="3841"/>
                      <a:pt x="2505990" y="10679"/>
                    </a:cubicBezTo>
                    <a:cubicBezTo>
                      <a:pt x="2512828" y="17516"/>
                      <a:pt x="2516669" y="26790"/>
                      <a:pt x="2516669" y="36459"/>
                    </a:cubicBezTo>
                    <a:lnTo>
                      <a:pt x="2516669" y="1064000"/>
                    </a:lnTo>
                    <a:cubicBezTo>
                      <a:pt x="2516669" y="1073670"/>
                      <a:pt x="2512828" y="1082943"/>
                      <a:pt x="2505990" y="1089781"/>
                    </a:cubicBezTo>
                    <a:cubicBezTo>
                      <a:pt x="2499153" y="1096618"/>
                      <a:pt x="2489879" y="1100460"/>
                      <a:pt x="2480209" y="1100460"/>
                    </a:cubicBezTo>
                    <a:lnTo>
                      <a:pt x="36459" y="1100460"/>
                    </a:lnTo>
                    <a:cubicBezTo>
                      <a:pt x="26790" y="1100460"/>
                      <a:pt x="17516" y="1096618"/>
                      <a:pt x="10679" y="1089781"/>
                    </a:cubicBezTo>
                    <a:cubicBezTo>
                      <a:pt x="3841" y="1082943"/>
                      <a:pt x="0" y="1073670"/>
                      <a:pt x="0" y="1064000"/>
                    </a:cubicBezTo>
                    <a:lnTo>
                      <a:pt x="0" y="36459"/>
                    </a:lnTo>
                    <a:cubicBezTo>
                      <a:pt x="0" y="26790"/>
                      <a:pt x="3841" y="17516"/>
                      <a:pt x="10679" y="10679"/>
                    </a:cubicBezTo>
                    <a:cubicBezTo>
                      <a:pt x="17516" y="3841"/>
                      <a:pt x="26790" y="0"/>
                      <a:pt x="3645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516669" cy="1138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25523" y="3625453"/>
              <a:ext cx="9102884" cy="1430922"/>
              <a:chOff x="0" y="0"/>
              <a:chExt cx="2208108" cy="34720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08108" cy="347201"/>
              </a:xfrm>
              <a:custGeom>
                <a:avLst/>
                <a:gdLst/>
                <a:ahLst/>
                <a:cxnLst/>
                <a:rect r="r" b="b" t="t" l="l"/>
                <a:pathLst>
                  <a:path h="347201" w="2208108">
                    <a:moveTo>
                      <a:pt x="2208108" y="113399"/>
                    </a:moveTo>
                    <a:lnTo>
                      <a:pt x="2208108" y="233802"/>
                    </a:lnTo>
                    <a:cubicBezTo>
                      <a:pt x="2208108" y="263877"/>
                      <a:pt x="2196161" y="292721"/>
                      <a:pt x="2174895" y="313987"/>
                    </a:cubicBezTo>
                    <a:cubicBezTo>
                      <a:pt x="2153628" y="335254"/>
                      <a:pt x="2124785" y="347201"/>
                      <a:pt x="2094710" y="347201"/>
                    </a:cubicBezTo>
                    <a:lnTo>
                      <a:pt x="113399" y="347201"/>
                    </a:lnTo>
                    <a:cubicBezTo>
                      <a:pt x="83324" y="347201"/>
                      <a:pt x="54480" y="335254"/>
                      <a:pt x="33214" y="313987"/>
                    </a:cubicBezTo>
                    <a:cubicBezTo>
                      <a:pt x="11947" y="292721"/>
                      <a:pt x="0" y="263877"/>
                      <a:pt x="0" y="233802"/>
                    </a:cubicBezTo>
                    <a:lnTo>
                      <a:pt x="0" y="113399"/>
                    </a:lnTo>
                    <a:cubicBezTo>
                      <a:pt x="0" y="83324"/>
                      <a:pt x="11947" y="54480"/>
                      <a:pt x="33214" y="33214"/>
                    </a:cubicBezTo>
                    <a:cubicBezTo>
                      <a:pt x="54480" y="11947"/>
                      <a:pt x="83324" y="0"/>
                      <a:pt x="113399" y="0"/>
                    </a:cubicBezTo>
                    <a:lnTo>
                      <a:pt x="2094710" y="0"/>
                    </a:lnTo>
                    <a:cubicBezTo>
                      <a:pt x="2124785" y="0"/>
                      <a:pt x="2153628" y="11947"/>
                      <a:pt x="2174895" y="33214"/>
                    </a:cubicBezTo>
                    <a:cubicBezTo>
                      <a:pt x="2196161" y="54480"/>
                      <a:pt x="2208108" y="83324"/>
                      <a:pt x="2208108" y="113399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0"/>
                <a:ext cx="2208108" cy="4424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F7F9FB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Register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87682" y="2809558"/>
              <a:ext cx="11893947" cy="742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Make sweet treats and sell them for a charity!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324151" y="869950"/>
              <a:ext cx="10092333" cy="1569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40"/>
                </a:lnSpc>
              </a:pPr>
              <a:r>
                <a:rPr lang="en-US" sz="71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Cake n’ Bakes sale!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4015" y="2677477"/>
            <a:ext cx="9555477" cy="4401881"/>
            <a:chOff x="0" y="0"/>
            <a:chExt cx="12740636" cy="586917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740636" cy="5869175"/>
              <a:chOff x="0" y="0"/>
              <a:chExt cx="2516669" cy="115934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16669" cy="1159343"/>
              </a:xfrm>
              <a:custGeom>
                <a:avLst/>
                <a:gdLst/>
                <a:ahLst/>
                <a:cxnLst/>
                <a:rect r="r" b="b" t="t" l="l"/>
                <a:pathLst>
                  <a:path h="1159343" w="2516669">
                    <a:moveTo>
                      <a:pt x="36459" y="0"/>
                    </a:moveTo>
                    <a:lnTo>
                      <a:pt x="2480209" y="0"/>
                    </a:lnTo>
                    <a:cubicBezTo>
                      <a:pt x="2489879" y="0"/>
                      <a:pt x="2499153" y="3841"/>
                      <a:pt x="2505990" y="10679"/>
                    </a:cubicBezTo>
                    <a:cubicBezTo>
                      <a:pt x="2512828" y="17516"/>
                      <a:pt x="2516669" y="26790"/>
                      <a:pt x="2516669" y="36459"/>
                    </a:cubicBezTo>
                    <a:lnTo>
                      <a:pt x="2516669" y="1122884"/>
                    </a:lnTo>
                    <a:cubicBezTo>
                      <a:pt x="2516669" y="1132554"/>
                      <a:pt x="2512828" y="1141827"/>
                      <a:pt x="2505990" y="1148665"/>
                    </a:cubicBezTo>
                    <a:cubicBezTo>
                      <a:pt x="2499153" y="1155502"/>
                      <a:pt x="2489879" y="1159343"/>
                      <a:pt x="2480209" y="1159343"/>
                    </a:cubicBezTo>
                    <a:lnTo>
                      <a:pt x="36459" y="1159343"/>
                    </a:lnTo>
                    <a:cubicBezTo>
                      <a:pt x="26790" y="1159343"/>
                      <a:pt x="17516" y="1155502"/>
                      <a:pt x="10679" y="1148665"/>
                    </a:cubicBezTo>
                    <a:cubicBezTo>
                      <a:pt x="3841" y="1141827"/>
                      <a:pt x="0" y="1132554"/>
                      <a:pt x="0" y="1122884"/>
                    </a:cubicBezTo>
                    <a:lnTo>
                      <a:pt x="0" y="36459"/>
                    </a:lnTo>
                    <a:cubicBezTo>
                      <a:pt x="0" y="26790"/>
                      <a:pt x="3841" y="17516"/>
                      <a:pt x="10679" y="10679"/>
                    </a:cubicBezTo>
                    <a:cubicBezTo>
                      <a:pt x="17516" y="3841"/>
                      <a:pt x="26790" y="0"/>
                      <a:pt x="3645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516669" cy="11974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18876" y="3772360"/>
              <a:ext cx="9102884" cy="1430922"/>
              <a:chOff x="0" y="0"/>
              <a:chExt cx="2208108" cy="34720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08108" cy="347201"/>
              </a:xfrm>
              <a:custGeom>
                <a:avLst/>
                <a:gdLst/>
                <a:ahLst/>
                <a:cxnLst/>
                <a:rect r="r" b="b" t="t" l="l"/>
                <a:pathLst>
                  <a:path h="347201" w="2208108">
                    <a:moveTo>
                      <a:pt x="2208108" y="113399"/>
                    </a:moveTo>
                    <a:lnTo>
                      <a:pt x="2208108" y="233802"/>
                    </a:lnTo>
                    <a:cubicBezTo>
                      <a:pt x="2208108" y="263877"/>
                      <a:pt x="2196161" y="292721"/>
                      <a:pt x="2174895" y="313987"/>
                    </a:cubicBezTo>
                    <a:cubicBezTo>
                      <a:pt x="2153628" y="335254"/>
                      <a:pt x="2124785" y="347201"/>
                      <a:pt x="2094710" y="347201"/>
                    </a:cubicBezTo>
                    <a:lnTo>
                      <a:pt x="113399" y="347201"/>
                    </a:lnTo>
                    <a:cubicBezTo>
                      <a:pt x="83324" y="347201"/>
                      <a:pt x="54480" y="335254"/>
                      <a:pt x="33214" y="313987"/>
                    </a:cubicBezTo>
                    <a:cubicBezTo>
                      <a:pt x="11947" y="292721"/>
                      <a:pt x="0" y="263877"/>
                      <a:pt x="0" y="233802"/>
                    </a:cubicBezTo>
                    <a:lnTo>
                      <a:pt x="0" y="113399"/>
                    </a:lnTo>
                    <a:cubicBezTo>
                      <a:pt x="0" y="83324"/>
                      <a:pt x="11947" y="54480"/>
                      <a:pt x="33214" y="33214"/>
                    </a:cubicBezTo>
                    <a:cubicBezTo>
                      <a:pt x="54480" y="11947"/>
                      <a:pt x="83324" y="0"/>
                      <a:pt x="113399" y="0"/>
                    </a:cubicBezTo>
                    <a:lnTo>
                      <a:pt x="2094710" y="0"/>
                    </a:lnTo>
                    <a:cubicBezTo>
                      <a:pt x="2124785" y="0"/>
                      <a:pt x="2153628" y="11947"/>
                      <a:pt x="2174895" y="33214"/>
                    </a:cubicBezTo>
                    <a:cubicBezTo>
                      <a:pt x="2196161" y="54480"/>
                      <a:pt x="2208108" y="83324"/>
                      <a:pt x="2208108" y="113399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0"/>
                <a:ext cx="2208108" cy="4424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F7F9FB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Register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672986" y="640890"/>
              <a:ext cx="7664450" cy="1503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20"/>
                </a:lnSpc>
              </a:pPr>
              <a:r>
                <a:rPr lang="en-US" sz="68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Fundraiser Run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23344" y="2504053"/>
              <a:ext cx="11907242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Do a marathon to fundraise for a charity!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13886361"/>
            <a:ext cx="10287000" cy="3792281"/>
            <a:chOff x="0" y="0"/>
            <a:chExt cx="13716000" cy="505637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552020" y="0"/>
              <a:ext cx="12740636" cy="5056375"/>
              <a:chOff x="0" y="0"/>
              <a:chExt cx="2516669" cy="9987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16669" cy="998790"/>
              </a:xfrm>
              <a:custGeom>
                <a:avLst/>
                <a:gdLst/>
                <a:ahLst/>
                <a:cxnLst/>
                <a:rect r="r" b="b" t="t" l="l"/>
                <a:pathLst>
                  <a:path h="998790" w="2516669">
                    <a:moveTo>
                      <a:pt x="36459" y="0"/>
                    </a:moveTo>
                    <a:lnTo>
                      <a:pt x="2480209" y="0"/>
                    </a:lnTo>
                    <a:cubicBezTo>
                      <a:pt x="2489879" y="0"/>
                      <a:pt x="2499153" y="3841"/>
                      <a:pt x="2505990" y="10679"/>
                    </a:cubicBezTo>
                    <a:cubicBezTo>
                      <a:pt x="2512828" y="17516"/>
                      <a:pt x="2516669" y="26790"/>
                      <a:pt x="2516669" y="36459"/>
                    </a:cubicBezTo>
                    <a:lnTo>
                      <a:pt x="2516669" y="962331"/>
                    </a:lnTo>
                    <a:cubicBezTo>
                      <a:pt x="2516669" y="972000"/>
                      <a:pt x="2512828" y="981274"/>
                      <a:pt x="2505990" y="988111"/>
                    </a:cubicBezTo>
                    <a:cubicBezTo>
                      <a:pt x="2499153" y="994949"/>
                      <a:pt x="2489879" y="998790"/>
                      <a:pt x="2480209" y="998790"/>
                    </a:cubicBezTo>
                    <a:lnTo>
                      <a:pt x="36459" y="998790"/>
                    </a:lnTo>
                    <a:cubicBezTo>
                      <a:pt x="26790" y="998790"/>
                      <a:pt x="17516" y="994949"/>
                      <a:pt x="10679" y="988111"/>
                    </a:cubicBezTo>
                    <a:cubicBezTo>
                      <a:pt x="3841" y="981274"/>
                      <a:pt x="0" y="972000"/>
                      <a:pt x="0" y="962331"/>
                    </a:cubicBezTo>
                    <a:lnTo>
                      <a:pt x="0" y="36459"/>
                    </a:lnTo>
                    <a:cubicBezTo>
                      <a:pt x="0" y="26790"/>
                      <a:pt x="3841" y="17516"/>
                      <a:pt x="10679" y="10679"/>
                    </a:cubicBezTo>
                    <a:cubicBezTo>
                      <a:pt x="17516" y="3841"/>
                      <a:pt x="26790" y="0"/>
                      <a:pt x="3645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516669" cy="10368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855541" y="-133350"/>
              <a:ext cx="6004917" cy="1635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60"/>
                </a:lnSpc>
              </a:pPr>
              <a:r>
                <a:rPr lang="en-US" sz="7400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Corn maze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444821"/>
              <a:ext cx="13716000" cy="1542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Enter the spooky maze and raise money for a charity! 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2377543" y="3340560"/>
              <a:ext cx="9102884" cy="1430922"/>
              <a:chOff x="0" y="0"/>
              <a:chExt cx="2208108" cy="34720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208108" cy="347201"/>
              </a:xfrm>
              <a:custGeom>
                <a:avLst/>
                <a:gdLst/>
                <a:ahLst/>
                <a:cxnLst/>
                <a:rect r="r" b="b" t="t" l="l"/>
                <a:pathLst>
                  <a:path h="347201" w="2208108">
                    <a:moveTo>
                      <a:pt x="2208108" y="113399"/>
                    </a:moveTo>
                    <a:lnTo>
                      <a:pt x="2208108" y="233802"/>
                    </a:lnTo>
                    <a:cubicBezTo>
                      <a:pt x="2208108" y="263877"/>
                      <a:pt x="2196161" y="292721"/>
                      <a:pt x="2174895" y="313987"/>
                    </a:cubicBezTo>
                    <a:cubicBezTo>
                      <a:pt x="2153628" y="335254"/>
                      <a:pt x="2124785" y="347201"/>
                      <a:pt x="2094710" y="347201"/>
                    </a:cubicBezTo>
                    <a:lnTo>
                      <a:pt x="113399" y="347201"/>
                    </a:lnTo>
                    <a:cubicBezTo>
                      <a:pt x="83324" y="347201"/>
                      <a:pt x="54480" y="335254"/>
                      <a:pt x="33214" y="313987"/>
                    </a:cubicBezTo>
                    <a:cubicBezTo>
                      <a:pt x="11947" y="292721"/>
                      <a:pt x="0" y="263877"/>
                      <a:pt x="0" y="233802"/>
                    </a:cubicBezTo>
                    <a:lnTo>
                      <a:pt x="0" y="113399"/>
                    </a:lnTo>
                    <a:cubicBezTo>
                      <a:pt x="0" y="83324"/>
                      <a:pt x="11947" y="54480"/>
                      <a:pt x="33214" y="33214"/>
                    </a:cubicBezTo>
                    <a:cubicBezTo>
                      <a:pt x="54480" y="11947"/>
                      <a:pt x="83324" y="0"/>
                      <a:pt x="113399" y="0"/>
                    </a:cubicBezTo>
                    <a:lnTo>
                      <a:pt x="2094710" y="0"/>
                    </a:lnTo>
                    <a:cubicBezTo>
                      <a:pt x="2124785" y="0"/>
                      <a:pt x="2153628" y="11947"/>
                      <a:pt x="2174895" y="33214"/>
                    </a:cubicBezTo>
                    <a:cubicBezTo>
                      <a:pt x="2196161" y="54480"/>
                      <a:pt x="2208108" y="83324"/>
                      <a:pt x="2208108" y="113399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95250"/>
                <a:ext cx="2208108" cy="4424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F7F9FB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Register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7FF5E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97E3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92352" y="2830363"/>
            <a:ext cx="19469929" cy="1744649"/>
          </a:xfrm>
          <a:custGeom>
            <a:avLst/>
            <a:gdLst/>
            <a:ahLst/>
            <a:cxnLst/>
            <a:rect r="r" b="b" t="t" l="l"/>
            <a:pathLst>
              <a:path h="1744649" w="19469929">
                <a:moveTo>
                  <a:pt x="0" y="0"/>
                </a:moveTo>
                <a:lnTo>
                  <a:pt x="19469929" y="0"/>
                </a:lnTo>
                <a:lnTo>
                  <a:pt x="19469929" y="1744649"/>
                </a:lnTo>
                <a:lnTo>
                  <a:pt x="0" y="1744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251" r="0" b="-1421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90550"/>
            <a:ext cx="8229600" cy="1523437"/>
            <a:chOff x="0" y="0"/>
            <a:chExt cx="2167467" cy="4012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7467" cy="401234"/>
            </a:xfrm>
            <a:custGeom>
              <a:avLst/>
              <a:gdLst/>
              <a:ahLst/>
              <a:cxnLst/>
              <a:rect r="r" b="b" t="t" l="l"/>
              <a:pathLst>
                <a:path h="401234" w="2167467">
                  <a:moveTo>
                    <a:pt x="94074" y="0"/>
                  </a:moveTo>
                  <a:lnTo>
                    <a:pt x="2073393" y="0"/>
                  </a:lnTo>
                  <a:cubicBezTo>
                    <a:pt x="2125348" y="0"/>
                    <a:pt x="2167467" y="42118"/>
                    <a:pt x="2167467" y="94074"/>
                  </a:cubicBezTo>
                  <a:lnTo>
                    <a:pt x="2167467" y="307160"/>
                  </a:lnTo>
                  <a:cubicBezTo>
                    <a:pt x="2167467" y="359116"/>
                    <a:pt x="2125348" y="401234"/>
                    <a:pt x="2073393" y="401234"/>
                  </a:cubicBezTo>
                  <a:lnTo>
                    <a:pt x="94074" y="401234"/>
                  </a:lnTo>
                  <a:cubicBezTo>
                    <a:pt x="42118" y="401234"/>
                    <a:pt x="0" y="359116"/>
                    <a:pt x="0" y="307160"/>
                  </a:cubicBezTo>
                  <a:lnTo>
                    <a:pt x="0" y="94074"/>
                  </a:lnTo>
                  <a:cubicBezTo>
                    <a:pt x="0" y="42118"/>
                    <a:pt x="42118" y="0"/>
                    <a:pt x="9407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2167467" cy="52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SETTINGS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1545" y="2940969"/>
            <a:ext cx="4333020" cy="1523437"/>
            <a:chOff x="0" y="0"/>
            <a:chExt cx="1141207" cy="401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1207" cy="401234"/>
            </a:xfrm>
            <a:custGeom>
              <a:avLst/>
              <a:gdLst/>
              <a:ahLst/>
              <a:cxnLst/>
              <a:rect r="r" b="b" t="t" l="l"/>
              <a:pathLst>
                <a:path h="401234" w="1141207">
                  <a:moveTo>
                    <a:pt x="87550" y="0"/>
                  </a:moveTo>
                  <a:lnTo>
                    <a:pt x="1053657" y="0"/>
                  </a:lnTo>
                  <a:cubicBezTo>
                    <a:pt x="1102010" y="0"/>
                    <a:pt x="1141207" y="39197"/>
                    <a:pt x="1141207" y="87550"/>
                  </a:cubicBezTo>
                  <a:lnTo>
                    <a:pt x="1141207" y="313685"/>
                  </a:lnTo>
                  <a:cubicBezTo>
                    <a:pt x="1141207" y="362037"/>
                    <a:pt x="1102010" y="401234"/>
                    <a:pt x="1053657" y="401234"/>
                  </a:cubicBezTo>
                  <a:lnTo>
                    <a:pt x="87550" y="401234"/>
                  </a:lnTo>
                  <a:cubicBezTo>
                    <a:pt x="39197" y="401234"/>
                    <a:pt x="0" y="362037"/>
                    <a:pt x="0" y="313685"/>
                  </a:cubicBezTo>
                  <a:lnTo>
                    <a:pt x="0" y="87550"/>
                  </a:lnTo>
                  <a:cubicBezTo>
                    <a:pt x="0" y="39197"/>
                    <a:pt x="39197" y="0"/>
                    <a:pt x="8755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141207" cy="52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Dark Mode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43500" y="2940969"/>
            <a:ext cx="4333020" cy="1523437"/>
            <a:chOff x="0" y="0"/>
            <a:chExt cx="1141207" cy="401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1207" cy="401234"/>
            </a:xfrm>
            <a:custGeom>
              <a:avLst/>
              <a:gdLst/>
              <a:ahLst/>
              <a:cxnLst/>
              <a:rect r="r" b="b" t="t" l="l"/>
              <a:pathLst>
                <a:path h="401234" w="1141207">
                  <a:moveTo>
                    <a:pt x="87550" y="0"/>
                  </a:moveTo>
                  <a:lnTo>
                    <a:pt x="1053657" y="0"/>
                  </a:lnTo>
                  <a:cubicBezTo>
                    <a:pt x="1102010" y="0"/>
                    <a:pt x="1141207" y="39197"/>
                    <a:pt x="1141207" y="87550"/>
                  </a:cubicBezTo>
                  <a:lnTo>
                    <a:pt x="1141207" y="313685"/>
                  </a:lnTo>
                  <a:cubicBezTo>
                    <a:pt x="1141207" y="362037"/>
                    <a:pt x="1102010" y="401234"/>
                    <a:pt x="1053657" y="401234"/>
                  </a:cubicBezTo>
                  <a:lnTo>
                    <a:pt x="87550" y="401234"/>
                  </a:lnTo>
                  <a:cubicBezTo>
                    <a:pt x="39197" y="401234"/>
                    <a:pt x="0" y="362037"/>
                    <a:pt x="0" y="313685"/>
                  </a:cubicBezTo>
                  <a:lnTo>
                    <a:pt x="0" y="87550"/>
                  </a:lnTo>
                  <a:cubicBezTo>
                    <a:pt x="0" y="39197"/>
                    <a:pt x="39197" y="0"/>
                    <a:pt x="8755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141207" cy="52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ON/OFF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4492352" y="4730038"/>
            <a:ext cx="19469929" cy="1744649"/>
            <a:chOff x="0" y="0"/>
            <a:chExt cx="25959906" cy="23261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959906" cy="2326198"/>
            </a:xfrm>
            <a:custGeom>
              <a:avLst/>
              <a:gdLst/>
              <a:ahLst/>
              <a:cxnLst/>
              <a:rect r="r" b="b" t="t" l="l"/>
              <a:pathLst>
                <a:path h="2326198" w="25959906">
                  <a:moveTo>
                    <a:pt x="0" y="0"/>
                  </a:moveTo>
                  <a:lnTo>
                    <a:pt x="25959906" y="0"/>
                  </a:lnTo>
                  <a:lnTo>
                    <a:pt x="25959906" y="2326198"/>
                  </a:lnTo>
                  <a:lnTo>
                    <a:pt x="0" y="2326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8251" r="0" b="-142122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6258530" y="147475"/>
              <a:ext cx="5777360" cy="2031249"/>
              <a:chOff x="0" y="0"/>
              <a:chExt cx="1141207" cy="40123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41207" cy="401234"/>
              </a:xfrm>
              <a:custGeom>
                <a:avLst/>
                <a:gdLst/>
                <a:ahLst/>
                <a:cxnLst/>
                <a:rect r="r" b="b" t="t" l="l"/>
                <a:pathLst>
                  <a:path h="401234" w="1141207">
                    <a:moveTo>
                      <a:pt x="87550" y="0"/>
                    </a:moveTo>
                    <a:lnTo>
                      <a:pt x="1053657" y="0"/>
                    </a:lnTo>
                    <a:cubicBezTo>
                      <a:pt x="1102010" y="0"/>
                      <a:pt x="1141207" y="39197"/>
                      <a:pt x="1141207" y="87550"/>
                    </a:cubicBezTo>
                    <a:lnTo>
                      <a:pt x="1141207" y="313685"/>
                    </a:lnTo>
                    <a:cubicBezTo>
                      <a:pt x="1141207" y="362037"/>
                      <a:pt x="1102010" y="401234"/>
                      <a:pt x="1053657" y="401234"/>
                    </a:cubicBezTo>
                    <a:lnTo>
                      <a:pt x="87550" y="401234"/>
                    </a:lnTo>
                    <a:cubicBezTo>
                      <a:pt x="39197" y="401234"/>
                      <a:pt x="0" y="362037"/>
                      <a:pt x="0" y="313685"/>
                    </a:cubicBezTo>
                    <a:lnTo>
                      <a:pt x="0" y="87550"/>
                    </a:lnTo>
                    <a:cubicBezTo>
                      <a:pt x="0" y="39197"/>
                      <a:pt x="39197" y="0"/>
                      <a:pt x="8755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23825"/>
                <a:ext cx="1141207" cy="525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099"/>
                  </a:lnSpc>
                </a:pPr>
                <a:r>
                  <a:rPr lang="en-US" sz="6499">
                    <a:solidFill>
                      <a:srgbClr val="000000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Light Mode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847802" y="147475"/>
              <a:ext cx="5777360" cy="2031249"/>
              <a:chOff x="0" y="0"/>
              <a:chExt cx="1141207" cy="40123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41207" cy="401234"/>
              </a:xfrm>
              <a:custGeom>
                <a:avLst/>
                <a:gdLst/>
                <a:ahLst/>
                <a:cxnLst/>
                <a:rect r="r" b="b" t="t" l="l"/>
                <a:pathLst>
                  <a:path h="401234" w="1141207">
                    <a:moveTo>
                      <a:pt x="87550" y="0"/>
                    </a:moveTo>
                    <a:lnTo>
                      <a:pt x="1053657" y="0"/>
                    </a:lnTo>
                    <a:cubicBezTo>
                      <a:pt x="1102010" y="0"/>
                      <a:pt x="1141207" y="39197"/>
                      <a:pt x="1141207" y="87550"/>
                    </a:cubicBezTo>
                    <a:lnTo>
                      <a:pt x="1141207" y="313685"/>
                    </a:lnTo>
                    <a:cubicBezTo>
                      <a:pt x="1141207" y="362037"/>
                      <a:pt x="1102010" y="401234"/>
                      <a:pt x="1053657" y="401234"/>
                    </a:cubicBezTo>
                    <a:lnTo>
                      <a:pt x="87550" y="401234"/>
                    </a:lnTo>
                    <a:cubicBezTo>
                      <a:pt x="39197" y="401234"/>
                      <a:pt x="0" y="362037"/>
                      <a:pt x="0" y="313685"/>
                    </a:cubicBezTo>
                    <a:lnTo>
                      <a:pt x="0" y="87550"/>
                    </a:lnTo>
                    <a:cubicBezTo>
                      <a:pt x="0" y="39197"/>
                      <a:pt x="39197" y="0"/>
                      <a:pt x="8755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23825"/>
                <a:ext cx="1141207" cy="525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099"/>
                  </a:lnSpc>
                </a:pPr>
                <a:r>
                  <a:rPr lang="en-US" sz="6499">
                    <a:solidFill>
                      <a:srgbClr val="000000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ON/OFF</a:t>
                </a:r>
              </a:p>
            </p:txBody>
          </p:sp>
        </p:grpSp>
      </p:grpSp>
      <p:sp>
        <p:nvSpPr>
          <p:cNvPr name="Freeform 20" id="20"/>
          <p:cNvSpPr/>
          <p:nvPr/>
        </p:nvSpPr>
        <p:spPr>
          <a:xfrm flipH="false" flipV="false" rot="0">
            <a:off x="-4492352" y="6627086"/>
            <a:ext cx="19469929" cy="1744649"/>
          </a:xfrm>
          <a:custGeom>
            <a:avLst/>
            <a:gdLst/>
            <a:ahLst/>
            <a:cxnLst/>
            <a:rect r="r" b="b" t="t" l="l"/>
            <a:pathLst>
              <a:path h="1744649" w="19469929">
                <a:moveTo>
                  <a:pt x="0" y="0"/>
                </a:moveTo>
                <a:lnTo>
                  <a:pt x="19469929" y="0"/>
                </a:lnTo>
                <a:lnTo>
                  <a:pt x="19469929" y="1744649"/>
                </a:lnTo>
                <a:lnTo>
                  <a:pt x="0" y="1744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251" r="0" b="-142122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01545" y="6737692"/>
            <a:ext cx="4333020" cy="1432444"/>
            <a:chOff x="0" y="0"/>
            <a:chExt cx="1141207" cy="3772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1207" cy="377269"/>
            </a:xfrm>
            <a:custGeom>
              <a:avLst/>
              <a:gdLst/>
              <a:ahLst/>
              <a:cxnLst/>
              <a:rect r="r" b="b" t="t" l="l"/>
              <a:pathLst>
                <a:path h="377269" w="1141207">
                  <a:moveTo>
                    <a:pt x="87550" y="0"/>
                  </a:moveTo>
                  <a:lnTo>
                    <a:pt x="1053657" y="0"/>
                  </a:lnTo>
                  <a:cubicBezTo>
                    <a:pt x="1102010" y="0"/>
                    <a:pt x="1141207" y="39197"/>
                    <a:pt x="1141207" y="87550"/>
                  </a:cubicBezTo>
                  <a:lnTo>
                    <a:pt x="1141207" y="289720"/>
                  </a:lnTo>
                  <a:cubicBezTo>
                    <a:pt x="1141207" y="338072"/>
                    <a:pt x="1102010" y="377269"/>
                    <a:pt x="1053657" y="377269"/>
                  </a:cubicBezTo>
                  <a:lnTo>
                    <a:pt x="87550" y="377269"/>
                  </a:lnTo>
                  <a:cubicBezTo>
                    <a:pt x="39197" y="377269"/>
                    <a:pt x="0" y="338072"/>
                    <a:pt x="0" y="289720"/>
                  </a:cubicBezTo>
                  <a:lnTo>
                    <a:pt x="0" y="87550"/>
                  </a:lnTo>
                  <a:cubicBezTo>
                    <a:pt x="0" y="39197"/>
                    <a:pt x="39197" y="0"/>
                    <a:pt x="8755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1141207" cy="472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 Notifications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43500" y="6737692"/>
            <a:ext cx="4333020" cy="1523437"/>
            <a:chOff x="0" y="0"/>
            <a:chExt cx="1141207" cy="4012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1207" cy="401234"/>
            </a:xfrm>
            <a:custGeom>
              <a:avLst/>
              <a:gdLst/>
              <a:ahLst/>
              <a:cxnLst/>
              <a:rect r="r" b="b" t="t" l="l"/>
              <a:pathLst>
                <a:path h="401234" w="1141207">
                  <a:moveTo>
                    <a:pt x="87550" y="0"/>
                  </a:moveTo>
                  <a:lnTo>
                    <a:pt x="1053657" y="0"/>
                  </a:lnTo>
                  <a:cubicBezTo>
                    <a:pt x="1102010" y="0"/>
                    <a:pt x="1141207" y="39197"/>
                    <a:pt x="1141207" y="87550"/>
                  </a:cubicBezTo>
                  <a:lnTo>
                    <a:pt x="1141207" y="313685"/>
                  </a:lnTo>
                  <a:cubicBezTo>
                    <a:pt x="1141207" y="362037"/>
                    <a:pt x="1102010" y="401234"/>
                    <a:pt x="1053657" y="401234"/>
                  </a:cubicBezTo>
                  <a:lnTo>
                    <a:pt x="87550" y="401234"/>
                  </a:lnTo>
                  <a:cubicBezTo>
                    <a:pt x="39197" y="401234"/>
                    <a:pt x="0" y="362037"/>
                    <a:pt x="0" y="313685"/>
                  </a:cubicBezTo>
                  <a:lnTo>
                    <a:pt x="0" y="87550"/>
                  </a:lnTo>
                  <a:cubicBezTo>
                    <a:pt x="0" y="39197"/>
                    <a:pt x="39197" y="0"/>
                    <a:pt x="8755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23825"/>
              <a:ext cx="1141207" cy="525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99"/>
                </a:lnSpc>
              </a:pPr>
              <a:r>
                <a:rPr lang="en-US" sz="64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ON/OFF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-4492352" y="8698774"/>
            <a:ext cx="19469929" cy="1744649"/>
          </a:xfrm>
          <a:custGeom>
            <a:avLst/>
            <a:gdLst/>
            <a:ahLst/>
            <a:cxnLst/>
            <a:rect r="r" b="b" t="t" l="l"/>
            <a:pathLst>
              <a:path h="1744649" w="19469929">
                <a:moveTo>
                  <a:pt x="0" y="0"/>
                </a:moveTo>
                <a:lnTo>
                  <a:pt x="19469929" y="0"/>
                </a:lnTo>
                <a:lnTo>
                  <a:pt x="19469929" y="1744649"/>
                </a:lnTo>
                <a:lnTo>
                  <a:pt x="0" y="1744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251" r="0" b="-142122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201545" y="8854876"/>
            <a:ext cx="9656750" cy="1383150"/>
            <a:chOff x="0" y="0"/>
            <a:chExt cx="2543342" cy="3642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3342" cy="364286"/>
            </a:xfrm>
            <a:custGeom>
              <a:avLst/>
              <a:gdLst/>
              <a:ahLst/>
              <a:cxnLst/>
              <a:rect r="r" b="b" t="t" l="l"/>
              <a:pathLst>
                <a:path h="364286" w="2543342">
                  <a:moveTo>
                    <a:pt x="39284" y="0"/>
                  </a:moveTo>
                  <a:lnTo>
                    <a:pt x="2504058" y="0"/>
                  </a:lnTo>
                  <a:cubicBezTo>
                    <a:pt x="2525754" y="0"/>
                    <a:pt x="2543342" y="17588"/>
                    <a:pt x="2543342" y="39284"/>
                  </a:cubicBezTo>
                  <a:lnTo>
                    <a:pt x="2543342" y="325003"/>
                  </a:lnTo>
                  <a:cubicBezTo>
                    <a:pt x="2543342" y="346698"/>
                    <a:pt x="2525754" y="364286"/>
                    <a:pt x="2504058" y="364286"/>
                  </a:cubicBezTo>
                  <a:lnTo>
                    <a:pt x="39284" y="364286"/>
                  </a:lnTo>
                  <a:cubicBezTo>
                    <a:pt x="17588" y="364286"/>
                    <a:pt x="0" y="346698"/>
                    <a:pt x="0" y="325003"/>
                  </a:cubicBezTo>
                  <a:lnTo>
                    <a:pt x="0" y="39284"/>
                  </a:lnTo>
                  <a:cubicBezTo>
                    <a:pt x="0" y="17588"/>
                    <a:pt x="17588" y="0"/>
                    <a:pt x="3928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2543342" cy="459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PERSONAL DETAILS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-4492352" y="10595823"/>
            <a:ext cx="19469929" cy="1744649"/>
          </a:xfrm>
          <a:custGeom>
            <a:avLst/>
            <a:gdLst/>
            <a:ahLst/>
            <a:cxnLst/>
            <a:rect r="r" b="b" t="t" l="l"/>
            <a:pathLst>
              <a:path h="1744649" w="19469929">
                <a:moveTo>
                  <a:pt x="0" y="0"/>
                </a:moveTo>
                <a:lnTo>
                  <a:pt x="19469929" y="0"/>
                </a:lnTo>
                <a:lnTo>
                  <a:pt x="19469929" y="1744648"/>
                </a:lnTo>
                <a:lnTo>
                  <a:pt x="0" y="1744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251" r="0" b="-142122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01545" y="10751925"/>
            <a:ext cx="9656750" cy="1383150"/>
            <a:chOff x="0" y="0"/>
            <a:chExt cx="2543342" cy="3642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43342" cy="364286"/>
            </a:xfrm>
            <a:custGeom>
              <a:avLst/>
              <a:gdLst/>
              <a:ahLst/>
              <a:cxnLst/>
              <a:rect r="r" b="b" t="t" l="l"/>
              <a:pathLst>
                <a:path h="364286" w="2543342">
                  <a:moveTo>
                    <a:pt x="39284" y="0"/>
                  </a:moveTo>
                  <a:lnTo>
                    <a:pt x="2504058" y="0"/>
                  </a:lnTo>
                  <a:cubicBezTo>
                    <a:pt x="2525754" y="0"/>
                    <a:pt x="2543342" y="17588"/>
                    <a:pt x="2543342" y="39284"/>
                  </a:cubicBezTo>
                  <a:lnTo>
                    <a:pt x="2543342" y="325003"/>
                  </a:lnTo>
                  <a:cubicBezTo>
                    <a:pt x="2543342" y="346698"/>
                    <a:pt x="2525754" y="364286"/>
                    <a:pt x="2504058" y="364286"/>
                  </a:cubicBezTo>
                  <a:lnTo>
                    <a:pt x="39284" y="364286"/>
                  </a:lnTo>
                  <a:cubicBezTo>
                    <a:pt x="17588" y="364286"/>
                    <a:pt x="0" y="346698"/>
                    <a:pt x="0" y="325003"/>
                  </a:cubicBezTo>
                  <a:lnTo>
                    <a:pt x="0" y="39284"/>
                  </a:lnTo>
                  <a:cubicBezTo>
                    <a:pt x="0" y="17588"/>
                    <a:pt x="17588" y="0"/>
                    <a:pt x="3928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2543342" cy="459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000000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ACCESIBILITY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495805" y="12826246"/>
            <a:ext cx="5493616" cy="5437719"/>
          </a:xfrm>
          <a:custGeom>
            <a:avLst/>
            <a:gdLst/>
            <a:ahLst/>
            <a:cxnLst/>
            <a:rect r="r" b="b" t="t" l="l"/>
            <a:pathLst>
              <a:path h="5437719" w="5493616">
                <a:moveTo>
                  <a:pt x="0" y="0"/>
                </a:moveTo>
                <a:lnTo>
                  <a:pt x="5493616" y="0"/>
                </a:lnTo>
                <a:lnTo>
                  <a:pt x="5493616" y="5437719"/>
                </a:lnTo>
                <a:lnTo>
                  <a:pt x="0" y="5437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291" t="0" r="-40175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DAHYR-hRT90</dc:identifier>
  <dcterms:modified xsi:type="dcterms:W3CDTF">2011-08-01T06:04:30Z</dcterms:modified>
  <cp:revision>1</cp:revision>
  <dc:title>da project</dc:title>
</cp:coreProperties>
</file>